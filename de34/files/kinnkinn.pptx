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 × AI 冷蔵庫収納プラットフォーム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FreshBox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ED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冷蔵庫の“見える化”で、家庭の食品ロスをなくす。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B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収納ケース（モノ）× 食品管理アプリ（サービス）で実現する、継続利用型の新しい台所体験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16636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9" name="Image 0" descr="/home/claude/pptx_project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5279517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44752" y="5166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QRコード付き収納ケース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69080" y="516636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1" descr="/home/claude/pptx_project/icons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237" y="527951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0872" y="5166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無料食品管理アプリ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0" y="516636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5" name="Image 2" descr="/home/claude/pptx_project/icons/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357" y="527951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36992" y="5166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食品ロス削減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22960" y="6263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大学ビジネスプラン提案資料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家庭の食品ロスは、想像以上に大きい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日本全体の食品ロスのうち、実に半分が家庭から発生しています。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240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約233万トン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家庭系食品ロス量（年間・令和5年度推計）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0574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240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約37kg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66344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国民1人当たりの食品ロス量（年間）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0574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75320" y="2240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約50%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275320" y="30632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食品ロス全体に占める家庭系の割合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「まだ食べられるのに捨てた」理由（消費者庁 実証調査）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食べ残し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49040" y="4718304"/>
            <a:ext cx="6035040" cy="256032"/>
          </a:xfrm>
          <a:prstGeom prst="roundRect">
            <a:avLst>
              <a:gd name="adj" fmla="val 21429"/>
            </a:avLst>
          </a:prstGeom>
          <a:solidFill>
            <a:srgbClr val="DCEAE0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4718304"/>
            <a:ext cx="5733288" cy="256032"/>
          </a:xfrm>
          <a:prstGeom prst="roundRect">
            <a:avLst>
              <a:gd name="adj" fmla="val 21429"/>
            </a:avLst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992124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57%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1937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傷んでいた（管理不足）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49040" y="5248656"/>
            <a:ext cx="6035040" cy="256032"/>
          </a:xfrm>
          <a:prstGeom prst="roundRect">
            <a:avLst>
              <a:gd name="adj" fmla="val 21429"/>
            </a:avLst>
          </a:prstGeom>
          <a:solidFill>
            <a:srgbClr val="DCEAE0"/>
          </a:solidFill>
          <a:ln/>
        </p:spPr>
      </p:sp>
      <p:sp>
        <p:nvSpPr>
          <p:cNvPr id="21" name="Shape 19"/>
          <p:cNvSpPr/>
          <p:nvPr/>
        </p:nvSpPr>
        <p:spPr>
          <a:xfrm>
            <a:off x="3749040" y="5248656"/>
            <a:ext cx="2313432" cy="256032"/>
          </a:xfrm>
          <a:prstGeom prst="roundRect">
            <a:avLst>
              <a:gd name="adj" fmla="val 21429"/>
            </a:avLst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9921240" y="51937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7241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期限切れ（賞味・消費）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749040" y="5779008"/>
            <a:ext cx="6035040" cy="256032"/>
          </a:xfrm>
          <a:prstGeom prst="roundRect">
            <a:avLst>
              <a:gd name="adj" fmla="val 21429"/>
            </a:avLst>
          </a:prstGeom>
          <a:solidFill>
            <a:srgbClr val="DCEAE0"/>
          </a:solidFill>
          <a:ln/>
        </p:spPr>
      </p:sp>
      <p:sp>
        <p:nvSpPr>
          <p:cNvPr id="25" name="Shape 23"/>
          <p:cNvSpPr/>
          <p:nvPr/>
        </p:nvSpPr>
        <p:spPr>
          <a:xfrm>
            <a:off x="3749040" y="5779008"/>
            <a:ext cx="1106424" cy="256032"/>
          </a:xfrm>
          <a:prstGeom prst="roundRect">
            <a:avLst>
              <a:gd name="adj" fmla="val 21429"/>
            </a:avLst>
          </a:pr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9921240" y="57241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11%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出典：環境省「食品ロス発生量の推計値」、消費者庁 徳島県実証事業（2017）、農林水産省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なぜ、食材を無駄にしてしまうのか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83280" cy="2788920"/>
          </a:xfrm>
          <a:prstGeom prst="roundRect">
            <a:avLst>
              <a:gd name="adj" fmla="val 3934"/>
            </a:avLst>
          </a:prstGeom>
          <a:solidFill>
            <a:srgbClr val="EAF3EC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96596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pptx_project/icons/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818" y="21524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9260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見えない在庫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97280" y="3401568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冷蔵庫の奥や引き出しの中身が把握できず、同じ食材を買ってしまう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691640"/>
            <a:ext cx="3383280" cy="2788920"/>
          </a:xfrm>
          <a:prstGeom prst="roundRect">
            <a:avLst>
              <a:gd name="adj" fmla="val 3934"/>
            </a:avLst>
          </a:prstGeom>
          <a:solidFill>
            <a:srgbClr val="EAF3EC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196596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/home/claude/pptx_project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698" y="215249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9260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期限管理の手間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401568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賞味期限・消費期限を一つひとつ手作業で覚えておくのは現実的でない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383280" cy="2788920"/>
          </a:xfrm>
          <a:prstGeom prst="roundRect">
            <a:avLst>
              <a:gd name="adj" fmla="val 3934"/>
            </a:avLst>
          </a:prstGeom>
          <a:solidFill>
            <a:srgbClr val="EAF3E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96596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/home/claude/pptx_project/icons/utensi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78" y="215249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9260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献立が浮かばない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3401568"/>
            <a:ext cx="2880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余った食材をどう使い切ればよいか分からず、結局捨ててしまう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2960" y="480060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/>
        </p:spPr>
      </p:sp>
      <p:sp>
        <p:nvSpPr>
          <p:cNvPr id="20" name="Shape 15"/>
          <p:cNvSpPr/>
          <p:nvPr/>
        </p:nvSpPr>
        <p:spPr>
          <a:xfrm>
            <a:off x="1097280" y="5074920"/>
            <a:ext cx="685800" cy="6858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1" name="Image 3" descr="/home/claude/pptx_project/icons/lea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730" y="524637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9377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つまり、「収納」と「情報」が切り離されていることが根本原因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965960" y="53949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食材の“置き場所”と“状態（期限・在庫）”が連動していないため、管理が続かない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「モノ」と「コト」を組み合わせて解決する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QRコード付き収納ケースを“入口”に、無料アプリで食品管理を継続してもらう仕組み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02920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0" descr="/home/claude/pptx_project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25831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4505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モノ：QR収納ケース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103120" y="2907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販売して収益化する“入口商品”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143000" y="3483864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8"/>
          <p:cNvSpPr/>
          <p:nvPr/>
        </p:nvSpPr>
        <p:spPr>
          <a:xfrm>
            <a:off x="1417320" y="33375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容器にQRコードを貼付した状態で販売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143000" y="40507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0"/>
          <p:cNvSpPr/>
          <p:nvPr/>
        </p:nvSpPr>
        <p:spPr>
          <a:xfrm>
            <a:off x="1417320" y="390448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アプリと1タップで連携登録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143000" y="461772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" name="Text 12"/>
          <p:cNvSpPr/>
          <p:nvPr/>
        </p:nvSpPr>
        <p:spPr>
          <a:xfrm>
            <a:off x="1417320" y="447141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冷蔵庫内の収納場所を“見える化”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2057400"/>
            <a:ext cx="5212080" cy="3794760"/>
          </a:xfrm>
          <a:prstGeom prst="roundRect">
            <a:avLst>
              <a:gd name="adj" fmla="val 3373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46520" y="237744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8" name="Image 1" descr="/home/claude/pptx_project/icons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258318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06640" y="24505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コト：食品管理アプリ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7406640" y="29077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E0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継続利用を生む“無料サービス”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46520" y="3483864"/>
            <a:ext cx="109728" cy="109728"/>
          </a:xfrm>
          <a:prstGeom prst="ellipse">
            <a:avLst/>
          </a:prstGeom>
          <a:solidFill>
            <a:srgbClr val="8FD6AE"/>
          </a:solidFill>
          <a:ln/>
        </p:spPr>
      </p:sp>
      <p:sp>
        <p:nvSpPr>
          <p:cNvPr id="22" name="Text 18"/>
          <p:cNvSpPr/>
          <p:nvPr/>
        </p:nvSpPr>
        <p:spPr>
          <a:xfrm>
            <a:off x="6720840" y="333756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AIによる賞味・消費期限管理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46520" y="3968496"/>
            <a:ext cx="109728" cy="109728"/>
          </a:xfrm>
          <a:prstGeom prst="ellipse">
            <a:avLst/>
          </a:prstGeom>
          <a:solidFill>
            <a:srgbClr val="8FD6AE"/>
          </a:solidFill>
          <a:ln/>
        </p:spPr>
      </p:sp>
      <p:sp>
        <p:nvSpPr>
          <p:cNvPr id="24" name="Text 20"/>
          <p:cNvSpPr/>
          <p:nvPr/>
        </p:nvSpPr>
        <p:spPr>
          <a:xfrm>
            <a:off x="6720840" y="382219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AIレシピ提案で食材を使い切る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46520" y="4453128"/>
            <a:ext cx="109728" cy="109728"/>
          </a:xfrm>
          <a:prstGeom prst="ellipse">
            <a:avLst/>
          </a:prstGeom>
          <a:solidFill>
            <a:srgbClr val="8FD6AE"/>
          </a:solidFill>
          <a:ln/>
        </p:spPr>
      </p:sp>
      <p:sp>
        <p:nvSpPr>
          <p:cNvPr id="26" name="Text 22"/>
          <p:cNvSpPr/>
          <p:nvPr/>
        </p:nvSpPr>
        <p:spPr>
          <a:xfrm>
            <a:off x="6720840" y="430682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レシート/手入力で在庫を一元管理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446520" y="4937760"/>
            <a:ext cx="109728" cy="109728"/>
          </a:xfrm>
          <a:prstGeom prst="ellipse">
            <a:avLst/>
          </a:prstGeom>
          <a:solidFill>
            <a:srgbClr val="8FD6AE"/>
          </a:solidFill>
          <a:ln/>
        </p:spPr>
      </p:sp>
      <p:sp>
        <p:nvSpPr>
          <p:cNvPr id="28" name="Text 24"/>
          <p:cNvSpPr/>
          <p:nvPr/>
        </p:nvSpPr>
        <p:spPr>
          <a:xfrm>
            <a:off x="6720840" y="479145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企業クーポンをアプリで一括配信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QRコード付き 冷蔵庫収納ケース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297680" cy="4297680"/>
          </a:xfrm>
          <a:prstGeom prst="roundRect">
            <a:avLst>
              <a:gd name="adj" fmla="val 2979"/>
            </a:avLst>
          </a:prstGeom>
          <a:solidFill>
            <a:srgbClr val="EAF3EC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50749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2D6A4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91640" y="5074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野菜室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5193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pptx_project/icons/q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0772" y="5289804"/>
            <a:ext cx="356616" cy="3566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63040" y="41148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691640" y="4114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94760" y="42336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pptx_project/icons/qr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772" y="4329684"/>
            <a:ext cx="356616" cy="3566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463040" y="31546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0502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1691640" y="3154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冷凍室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794760" y="32735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pptx_project/icons/qr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772" y="3369564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収納ケースごとにQRを貼付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0" y="187452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3" descr="/home/claude/pptx_project/icons/qr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019" y="202813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18470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個別QRコード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6309360" y="222199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ケース1つずつに固有QRを貼付。アプリでスキャンして瞬時に登録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0" y="320040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4" descr="/home/claude/pptx_project/icons/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0019" y="3354019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09360" y="31729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冷蔵室・野菜室・冷凍室に対応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309360" y="354787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収納場所ごとにケースを分けて、庫内すべてを見える化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0" y="452628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7" name="Image 5" descr="/home/claude/pptx_project/icons/mob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0019" y="4679899"/>
            <a:ext cx="332842" cy="33284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09360" y="44988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アプリとシームレス連携</a:t>
            </a:r>
            <a:endParaRPr lang="en-US" sz="1550" dirty="0"/>
          </a:p>
        </p:txBody>
      </p:sp>
      <p:sp>
        <p:nvSpPr>
          <p:cNvPr id="29" name="Text 21"/>
          <p:cNvSpPr/>
          <p:nvPr/>
        </p:nvSpPr>
        <p:spPr>
          <a:xfrm>
            <a:off x="6309360" y="487375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購入後はアプリをダウンロードしてQRを読み込むだけ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FEATURE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AIによる賞味・消費期限管理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登録した食品の期限をAIが見守り、食べ忘れを防止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91840" cy="3840480"/>
          </a:xfrm>
          <a:prstGeom prst="roundRect">
            <a:avLst>
              <a:gd name="adj" fmla="val 3889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3063240"/>
            <a:ext cx="2103120" cy="21031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/home/claude/pptx_project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3589020"/>
            <a:ext cx="1051560" cy="1051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6995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3865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2386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2276856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期限の自動トラッキング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120640" y="267919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登録済みの食材の賞味・消費期限を一覧で管理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32826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3172968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期限が近づくとプッシュ通知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120640" y="3575304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食べ忘れる前にリマインドし、無駄な廃棄を予防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4178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20640" y="4069080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優先度の高い食品を表示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120640" y="4471416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早く食べるべき食材からホーム画面に自動表示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FEATURE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AIレシピ提案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冷蔵庫にある食材から、AIがぴったりの献立を提案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91840" cy="3840480"/>
          </a:xfrm>
          <a:prstGeom prst="roundRect">
            <a:avLst>
              <a:gd name="adj" fmla="val 3889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3063240"/>
            <a:ext cx="2103120" cy="21031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/home/claude/pptx_project/icons/utens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3589020"/>
            <a:ext cx="1051560" cy="1051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6995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3865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2386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2276856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食材を選んでレシピ生成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120640" y="267919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使いたい食材を選択するだけでAIが献立を提案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32826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3172968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ロス削減レシピを優先表示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120640" y="3575304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期限が近い食材を使うレシピを優先的に提案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4178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20640" y="4069080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毎日の“何作ろう”を解消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120640" y="4471416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献立に悩む時間を減らし、家事の負担を軽減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FEATURE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食材登録・在庫管理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レシート撮影 or 手入力で、庫内の在庫を一元管理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91840" cy="3840480"/>
          </a:xfrm>
          <a:prstGeom prst="roundRect">
            <a:avLst>
              <a:gd name="adj" fmla="val 3889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3063240"/>
            <a:ext cx="2103120" cy="21031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/home/claude/pptx_project/icons/rece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3589020"/>
            <a:ext cx="1051560" cy="1051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6995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3865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2386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2276856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レシート撮影で自動登録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120640" y="267919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買い物後にレシートを撮るだけで食材を一括登録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32826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3172968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手入力にも対応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120640" y="3575304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レシートがない食材も簡単に手動で追加可能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4178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20640" y="4069080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在庫を一覧でリアルタイム表示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120640" y="4471416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今、冷蔵庫に何があるかをいつでも確認できる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FEATURE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企業クーポン配信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食品メーカー・スーパーのクーポンをアプリでまとめて配信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91840" cy="3840480"/>
          </a:xfrm>
          <a:prstGeom prst="roundRect">
            <a:avLst>
              <a:gd name="adj" fmla="val 3889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3063240"/>
            <a:ext cx="2103120" cy="21031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/home/claude/pptx_project/icons/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3589020"/>
            <a:ext cx="1051560" cy="1051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6995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3865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2386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2276856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クーポンをアプリ内に集約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120640" y="267919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複数企業のクーポンをユーザーが一括で確認可能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32826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3172968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ターゲット層への効率的な訴求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120640" y="3575304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食に関心の高い層へ企業が効率よく情報を届けられる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4178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20640" y="4069080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新たな収益源として設計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120640" y="4471416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掲載料・広告料としてマネタイズし継続収益を確保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使い始めるまでの流れ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5" name="Image 0" descr="/home/claude/pptx_project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548890"/>
            <a:ext cx="525780" cy="5257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6362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6362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収納ケースを購入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874520" y="2811780"/>
            <a:ext cx="731520" cy="0"/>
          </a:xfrm>
          <a:prstGeom prst="line">
            <a:avLst/>
          </a:prstGeom>
          <a:noFill/>
          <a:ln w="25400">
            <a:solidFill>
              <a:srgbClr val="BCD9C6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06040" y="228600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/home/claude/pptx_project/icons/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930" y="2548890"/>
            <a:ext cx="525780" cy="5257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4670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4670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28600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アプリをダウンロード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57600" y="2811780"/>
            <a:ext cx="731520" cy="0"/>
          </a:xfrm>
          <a:prstGeom prst="line">
            <a:avLst/>
          </a:prstGeom>
          <a:noFill/>
          <a:ln w="25400">
            <a:solidFill>
              <a:srgbClr val="BCD9C6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4389120" y="228600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7" name="Image 2" descr="/home/claude/pptx_project/icons/qr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2548890"/>
            <a:ext cx="525780" cy="5257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12978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12978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06908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QRを読み取り登録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40680" y="2811780"/>
            <a:ext cx="731520" cy="0"/>
          </a:xfrm>
          <a:prstGeom prst="line">
            <a:avLst/>
          </a:prstGeom>
          <a:noFill/>
          <a:ln w="25400">
            <a:solidFill>
              <a:srgbClr val="BCD9C6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6172200" y="228600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3" descr="/home/claude/pptx_project/icons/sc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090" y="2548890"/>
            <a:ext cx="525780" cy="52578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91286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91286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85216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食材を登録（レシート/手入力）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223760" y="2811780"/>
            <a:ext cx="731520" cy="0"/>
          </a:xfrm>
          <a:prstGeom prst="line">
            <a:avLst/>
          </a:prstGeom>
          <a:noFill/>
          <a:ln w="25400">
            <a:solidFill>
              <a:srgbClr val="BCD9C6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7955280" y="228600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9" name="Image 4" descr="/home/claude/pptx_project/icons/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170" y="2548890"/>
            <a:ext cx="525780" cy="52578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69594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69594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63524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食材をケースへ収納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9006840" y="2811780"/>
            <a:ext cx="731520" cy="0"/>
          </a:xfrm>
          <a:prstGeom prst="line">
            <a:avLst/>
          </a:prstGeom>
          <a:noFill/>
          <a:ln w="25400">
            <a:solidFill>
              <a:srgbClr val="BCD9C6"/>
            </a:solidFill>
            <a:prstDash val="dash"/>
          </a:ln>
        </p:spPr>
      </p:sp>
      <p:sp>
        <p:nvSpPr>
          <p:cNvPr id="34" name="Shape 27"/>
          <p:cNvSpPr/>
          <p:nvPr/>
        </p:nvSpPr>
        <p:spPr>
          <a:xfrm>
            <a:off x="9738360" y="2286000"/>
            <a:ext cx="1051560" cy="105156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5" name="Image 5" descr="/home/claude/pptx_project/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0" y="2548890"/>
            <a:ext cx="525780" cy="52578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1047902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1047902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941832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在庫・期限・レシピを管理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822960" y="4434840"/>
            <a:ext cx="10515600" cy="1554480"/>
          </a:xfrm>
          <a:prstGeom prst="roundRect">
            <a:avLst>
              <a:gd name="adj" fmla="val 8235"/>
            </a:avLst>
          </a:prstGeom>
          <a:solidFill>
            <a:srgbClr val="EAF3EC"/>
          </a:solidFill>
          <a:ln/>
        </p:spPr>
      </p:sp>
      <p:sp>
        <p:nvSpPr>
          <p:cNvPr id="40" name="Shape 32"/>
          <p:cNvSpPr/>
          <p:nvPr/>
        </p:nvSpPr>
        <p:spPr>
          <a:xfrm>
            <a:off x="1097280" y="470916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41" name="Image 6" descr="/home/claude/pptx_project/icons/tick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1590" y="4903470"/>
            <a:ext cx="388620" cy="3886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2057400" y="47091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必要に応じてクーポンを利用して、次の買い物もお得に</a:t>
            </a:r>
            <a:endParaRPr lang="en-US" sz="1600" dirty="0"/>
          </a:p>
        </p:txBody>
      </p:sp>
      <p:sp>
        <p:nvSpPr>
          <p:cNvPr id="43" name="Text 34"/>
          <p:cNvSpPr/>
          <p:nvPr/>
        </p:nvSpPr>
        <p:spPr>
          <a:xfrm>
            <a:off x="2057400" y="51663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食品管理から次の購買行動まで、アプリ内で体験がつながる設計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FRESHBOX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単なる保存容器で終わらない、6つの強み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9202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pptx_project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291" y="20539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モノ×コトの一体設計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3108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収納ケースとアプリが連携し、単なる保存容器で終わらない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169164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19202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/home/claude/pptx_project/icons/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71" y="20539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食品ロス削減と時短を両立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3108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家事の効率化と社会課題の解決を同時に実現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9202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/home/claude/pptx_project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051" y="205397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AIによる期限管理とレシピ提案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75320" y="3108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食材を無駄なく使い切る導線を自動で作る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22960" y="402336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</p:sp>
      <p:sp>
        <p:nvSpPr>
          <p:cNvPr id="20" name="Shape 15"/>
          <p:cNvSpPr/>
          <p:nvPr/>
        </p:nvSpPr>
        <p:spPr>
          <a:xfrm>
            <a:off x="1051560" y="425196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1" name="Image 3" descr="/home/claude/pptx_project/icons/y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291" y="438569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4937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継続的な収益モデル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51560" y="54406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ケース販売に加え、クーポン掲載料で安定収益を確保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34840" y="402336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425196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4" descr="/home/claude/pptx_project/icons/qr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171" y="438569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4937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QRで“場所”と“情報”を紐付け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63440" y="54406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どこに何があるかを即座に把握できる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402336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5320" y="425196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1" name="Image 5" descr="/home/claude/pptx_project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9051" y="4385691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937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幅広いターゲットに対応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75320" y="54406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一人暮らしから子育て世帯まで日常的に使える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2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TARGET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こんな人・世帯に使ってほしい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9344" y="214884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pptx_project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944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一人暮らし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87552" y="397764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食材を買いすぎて余らせがちな単身世帯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20440" y="182880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6824" y="214884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/home/claude/pptx_project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377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共働き家庭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85032" y="397764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買い物・献立を考える時間が限られている家庭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04304" y="214884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/home/claude/pptx_project/icons/fami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2377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子育て世帯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82512" y="397764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家族分の食材管理が煩雑になりがちな世帯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15400" y="182880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01784" y="214884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1" name="Image 3" descr="/home/claude/pptx_project/icons/lea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384" y="23774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79992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食品ロス削減に関心が高い層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079992" y="397764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環境意識が高く、無駄なく暮らしたい人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収益源は「販売」と「継続課金的なクーポン収益」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074920" cy="2743200"/>
          </a:xfrm>
          <a:prstGeom prst="roundRect">
            <a:avLst>
              <a:gd name="adj" fmla="val 4667"/>
            </a:avLst>
          </a:prstGeom>
          <a:solidFill>
            <a:srgbClr val="EAF3EC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05740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pptx_project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収納ケース販売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買い切り型の初期収益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97280" y="30632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QRコード付き収納ケースの販売による直接収益。ユーザー獲得と同時に発生する主要な収益源。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166360" cy="2743200"/>
          </a:xfrm>
          <a:prstGeom prst="roundRect">
            <a:avLst>
              <a:gd name="adj" fmla="val 4667"/>
            </a:avLst>
          </a:prstGeom>
          <a:solidFill>
            <a:srgbClr val="1B4332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05740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1" descr="/home/claude/pptx_project/icons/ti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クーポン掲載料・広告料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31520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EE0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継続的なストック型収益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446520" y="30632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1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食品メーカーやスーパーからクーポン掲載料・広告料を徴収。アクティブユーザーが増えるほど企業価値が高まる。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" y="480060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EAF3EC"/>
          </a:solidFill>
          <a:ln/>
        </p:spPr>
      </p:sp>
      <p:sp>
        <p:nvSpPr>
          <p:cNvPr id="17" name="Shape 13"/>
          <p:cNvSpPr/>
          <p:nvPr/>
        </p:nvSpPr>
        <p:spPr>
          <a:xfrm>
            <a:off x="1097280" y="5074920"/>
            <a:ext cx="685800" cy="6858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8" name="Image 2" descr="/home/claude/pptx_project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30" y="524637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502920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ケース販売でユーザーを獲得 → アプリ利用継続 → 企業への訴求価値が向上 → クーポン収益が拡大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965960" y="54864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ハードウェア収益とプラットフォーム収益を組み合わせた、二段構えの収益構造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今後さらに加えたい機能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プラットフォームとしての価値をさらに高めるための拡張機能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1671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0" descr="/home/claude/pptx_project/icons/fam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3500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9659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家族間での冷蔵庫情報共有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73368" y="21671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/home/claude/pptx_project/icons/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3500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659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期限が近い食材をホーム画面に優先表示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33375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24128" y="35387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5" name="Image 2" descr="/home/claude/pptx_project/icons/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72160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33375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買い物リストの自動作成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72200" y="33375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373368" y="35387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3" descr="/home/claude/pptx_project/icons/sc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72160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23760" y="33375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不足している食材の自動提案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2960" y="47091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24128" y="49103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4" descr="/home/claude/pptx_project/icons/sto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509320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874520" y="4709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スーパーの特売情報との連携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172200" y="47091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B1A12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373368" y="49103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7" name="Image 5" descr="/home/claude/pptx_project/icons/utensil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5093208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223760" y="4709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栄養バランスを考慮した献立提案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5486400" cy="54864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収納ケースから始まる、食品ロスゼロの暮らしへ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D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FreshBoxは「収納ケース（モノ）」と「食品管理アプリ（サービス）」を組み合わせ、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D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継続利用される食品管理プラットフォームを目指します。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2D6A4F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352044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9" name="Image 0" descr="/home/claude/pptx_project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442" y="369189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4343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モノ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4663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QRコード付き収納ケース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434840" y="324612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2D6A4F"/>
          </a:solidFill>
          <a:ln/>
        </p:spPr>
      </p:sp>
      <p:sp>
        <p:nvSpPr>
          <p:cNvPr id="13" name="Shape 10"/>
          <p:cNvSpPr/>
          <p:nvPr/>
        </p:nvSpPr>
        <p:spPr>
          <a:xfrm>
            <a:off x="4690872" y="352044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1" descr="/home/claude/pptx_project/icons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322" y="369189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90872" y="4343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コト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90872" y="4663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AI食品管理・レシピ提案アプリ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046720" y="324612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2D6A4F"/>
          </a:solidFill>
          <a:ln/>
        </p:spPr>
      </p:sp>
      <p:sp>
        <p:nvSpPr>
          <p:cNvPr id="18" name="Shape 14"/>
          <p:cNvSpPr/>
          <p:nvPr/>
        </p:nvSpPr>
        <p:spPr>
          <a:xfrm>
            <a:off x="8302752" y="352044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2" descr="/home/claude/pptx_project/icons/y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202" y="369189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4343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02752" y="4663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販売収益＋クーポン掲載料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2296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ご清聴ありがとうございました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2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2026-07-13T05:34:02Z</dcterms:created>
  <dcterms:modified xsi:type="dcterms:W3CDTF">2026-07-13T05:34:02Z</dcterms:modified>
</cp:coreProperties>
</file>